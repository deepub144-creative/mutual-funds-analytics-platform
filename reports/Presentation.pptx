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263177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1E2761"/>
          </a:solidFill>
          <a:ln w="15875">
            <a:solidFill>
              <a:srgbClr val="C9A2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•  CAPSTONE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8686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Platform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ETL, star-schema database, and interactive Power BI dashboard for Indian mutual fund analytics.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257800"/>
            <a:ext cx="100584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94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Deepu 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5760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02920" cy="5486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920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9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data lives scattered across AMFI and multiple sources, with no single unified view.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2918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291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90" dirty="0"/>
          </a:p>
        </p:txBody>
      </p:sp>
      <p:sp>
        <p:nvSpPr>
          <p:cNvPr id="10" name="Text 8"/>
          <p:cNvSpPr/>
          <p:nvPr/>
        </p:nvSpPr>
        <p:spPr>
          <a:xfrm>
            <a:off x="1554480" y="32461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Analytics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65760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investors lack a consolidated platform to track scheme performance and trends together.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6634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663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90" dirty="0"/>
          </a:p>
        </p:txBody>
      </p:sp>
      <p:sp>
        <p:nvSpPr>
          <p:cNvPr id="14" name="Text 12"/>
          <p:cNvSpPr/>
          <p:nvPr/>
        </p:nvSpPr>
        <p:spPr>
          <a:xfrm>
            <a:off x="1554480" y="46177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Risk Comparison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502920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risk-adjusted returns across schemes is difficult without a dedicated analytical tool.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210312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E9ED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1031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966960" y="210312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D8E0F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0" y="21031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0" y="384048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38404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5486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sources, no single source of truth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  |  Bluestock Fintech Capstone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02920" cy="5486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ETL pipeline and interactive Power BI dashboard to track mutual fund performance, investor behavior, and risk — at scale.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26317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246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Tracked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30175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263177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3246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251960" y="4206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Tables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0" y="30175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263177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3246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7863840" y="4206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Return Metrics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  |  Bluestock Fintech Capstone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02920" cy="5486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743200"/>
            <a:ext cx="3063240" cy="1737360"/>
          </a:xfrm>
          <a:prstGeom prst="roundRect">
            <a:avLst>
              <a:gd name="adj" fmla="val 5263"/>
            </a:avLst>
          </a:prstGeom>
          <a:solidFill>
            <a:srgbClr val="F7F8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9718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35204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— extract, clean, transform raw datasets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86200" y="32918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0" y="2743200"/>
            <a:ext cx="306324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9718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35204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database — organized, query-ready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52360" y="32918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955280" y="2743200"/>
            <a:ext cx="3063240" cy="1737360"/>
          </a:xfrm>
          <a:prstGeom prst="roundRect">
            <a:avLst>
              <a:gd name="adj" fmla="val 5263"/>
            </a:avLst>
          </a:prstGeom>
          <a:solidFill>
            <a:srgbClr val="F7F8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9718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38160" y="35204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&amp; visual analytics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CSVs from AMFI  →  cleaned, standardized tables  →  live, filterable dashboards for stakeholders.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  |  Bluestock Fintech Capstone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&amp; Database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02920" cy="5486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scripts to ingest 10 raw datasets, clean missing values, standardize AMFI codes, and load into a 5-table star schema.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7F8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317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dim_fund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23317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master — category, benchmark, AMFI code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4495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04495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fact_nav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3044952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NAV by scheme and date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7581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7F8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75818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fact_transactions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3758184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Investor-level SIP / lumpsum / redemption records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471416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47141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fact_aum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4471416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aggregated by fund house over time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18464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7F8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1846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fact_performance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5184648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CAGR, Beta, and other computed metrics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  |  Bluestock Fintech Capstone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Insights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02920" cy="5486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92024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94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Growth Peak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December 2025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Investment Plan contributions hit their highest monthly volume.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92024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2194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Inflows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26517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Equity-led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54880" y="36118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inflow patterns show clear investor preference shifts over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192024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95360" y="2194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Spread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95360" y="26517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State-wise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595360" y="36118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patterns vary meaningfully across states and age groups.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  |  Bluestock Fintech Capstone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02920" cy="5486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for all 40 schemes using historical NAV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263177"/>
          </a:solidFill>
          <a:ln w="9525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9456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endParaRPr lang="en-US" sz="16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205740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263177"/>
          </a:solidFill>
          <a:ln w="9525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19456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</a:t>
            </a:r>
            <a:endParaRPr lang="en-US" sz="16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38160" y="205740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263177"/>
          </a:solidFill>
          <a:ln w="9525">
            <a:solidFill>
              <a:srgbClr val="C9A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219456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263177"/>
          </a:solidFill>
          <a:ln w="9525">
            <a:solidFill>
              <a:srgbClr val="C9A2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06908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9120" y="393192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263177"/>
          </a:solidFill>
          <a:ln w="9525">
            <a:solidFill>
              <a:srgbClr val="C9A2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406908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393192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263177"/>
          </a:solidFill>
          <a:ln w="9525">
            <a:solidFill>
              <a:srgbClr val="C9A2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406908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6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  |  Bluestock Fintech Capstone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 — Page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 &amp; KPI Cards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4572000"/>
          </a:xfrm>
          <a:prstGeom prst="roundRect">
            <a:avLst>
              <a:gd name="adj" fmla="val 16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/home/claude/pptx_work/dashboard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5559" y="1691640"/>
            <a:ext cx="8430403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  |  Bluestock Fintech Capstone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Page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Trends and Geographic Distribution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4572000"/>
          </a:xfrm>
          <a:prstGeom prst="roundRect">
            <a:avLst>
              <a:gd name="adj" fmla="val 16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/home/claude/pptx_work/dashboard_canvas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8437" y="1691640"/>
            <a:ext cx="8324645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  |  Bluestock Fintech Capstone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Analytics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02920" cy="5486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965960"/>
            <a:ext cx="548640" cy="5486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1508760" y="193852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VaR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313432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Value-at-Risk calculated to quantify potential downside across schemes.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3017520"/>
            <a:ext cx="548640" cy="5486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60" dirty="0"/>
          </a:p>
        </p:txBody>
      </p:sp>
      <p:sp>
        <p:nvSpPr>
          <p:cNvPr id="10" name="Text 8"/>
          <p:cNvSpPr/>
          <p:nvPr/>
        </p:nvSpPr>
        <p:spPr>
          <a:xfrm>
            <a:off x="1508760" y="29900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90-Day Sharpe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3364992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risk-adjusted return windows to track performance stability over time.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069080"/>
            <a:ext cx="548640" cy="5486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1508760" y="404164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Cohort Analysis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4416552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investor behavior by demographic and transaction patterns.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5120640"/>
            <a:ext cx="548640" cy="5486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120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1508760" y="509320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Fund Recommender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5468112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rules-based engine matching investor risk appetite to suitable schemes.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  |  Bluestock Fintech Capstone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02920" cy="5486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0116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40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Fund House Dominates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the industry in total Assets Under Management (AUM) among all tracked fund houses.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20116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2240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754880" y="29260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Amount Correlates with 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384048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contribution size shows a strong relationship with investor age group.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21040" y="20116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95360" y="2240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95360" y="29260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Benchmarks Alpha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0" y="384048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scheme returns against the Nifty 50 helps quantify true fund manager outperformance.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  |  Bluestock Fintech Capstone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263177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1E2761"/>
          </a:solidFill>
          <a:ln w="15875">
            <a:solidFill>
              <a:srgbClr val="C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468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68680" y="3429000"/>
            <a:ext cx="100584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611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and live dashboard accessible via the Drive link below.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Deepu B  •  Data Analyst Intern, Bluestock Fintech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github.com/deepub144-creative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2026-08-13T06:42:57Z</dcterms:created>
  <dcterms:modified xsi:type="dcterms:W3CDTF">2026-08-13T06:42:57Z</dcterms:modified>
</cp:coreProperties>
</file>